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4A4A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9212B-E2E8-4A8C-889C-B247C8EEC885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506C7-D9EF-457C-B7D5-4C5158BC1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24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3A5E-FFAC-D9AA-8891-1B267F20B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7A40E-C810-00B8-C9DE-A2D05F93C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4CA96-FE37-ECAF-03A0-8908FBFE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61760"/>
            <a:ext cx="12192000" cy="396240"/>
          </a:xfrm>
          <a:prstGeom prst="rect">
            <a:avLst/>
          </a:prstGeom>
        </p:spPr>
        <p:txBody>
          <a:bodyPr anchor="t"/>
          <a:lstStyle/>
          <a:p>
            <a:r>
              <a:rPr lang="en-US" dirty="0" err="1"/>
              <a:t>Applicationsof</a:t>
            </a:r>
            <a:r>
              <a:rPr lang="en-US" dirty="0"/>
              <a:t> ICT | Mam Ramsha Khalid | Hamdah khalid (224) , Emaan </a:t>
            </a:r>
            <a:r>
              <a:rPr lang="en-US" dirty="0" err="1"/>
              <a:t>shahzad</a:t>
            </a:r>
            <a:r>
              <a:rPr lang="en-US" dirty="0"/>
              <a:t> (199) , </a:t>
            </a:r>
            <a:r>
              <a:rPr lang="en-US" dirty="0" err="1"/>
              <a:t>Saffana</a:t>
            </a:r>
            <a:r>
              <a:rPr lang="en-US" dirty="0"/>
              <a:t> </a:t>
            </a:r>
            <a:r>
              <a:rPr lang="en-US" dirty="0" err="1"/>
              <a:t>riaz</a:t>
            </a:r>
            <a:r>
              <a:rPr lang="en-US" dirty="0"/>
              <a:t> (188) , Abuzar </a:t>
            </a:r>
            <a:r>
              <a:rPr lang="en-US" dirty="0" err="1"/>
              <a:t>bhatti</a:t>
            </a:r>
            <a:r>
              <a:rPr lang="en-US" dirty="0"/>
              <a:t> (195)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1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D7BE0-7B88-F9D5-6404-9C320776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0704-95DC-22BE-48DE-353B97A9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98CB2-23A9-8975-18C6-C73EAA77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F9F42-361F-AA23-A9A1-652543F8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5C61D-6536-C1B2-8372-3FFCC5BA7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D9E1-1978-F98D-47AC-F061C1A6C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28EBE-FD68-858E-99F1-48525072C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817D-F171-D36E-23ED-F187ED47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2C352-41B2-46F9-8029-996DF0CD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90311-12B4-8C96-28DC-342997F39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34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3F06-D397-1A81-5666-C533AFB6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6253-A6C1-5A0C-F83D-6FD612008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F2531-4FF6-CFC0-795A-2817CE036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B9ED4-3E14-225F-95F8-5BC831B4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31481-D388-0316-8B4D-EA157D6FF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7ED9E-DA74-5A22-1237-DAF37FA4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6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ED29D-ECB4-486F-1C32-59E8EF3DF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6AE68-C29A-072A-A012-3A073947A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57B6A-A81C-332B-41EE-B6DE786B1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9599E-5EBC-7EF1-1FB1-BFCD38606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0FA85-B7E8-8C36-267E-5803C9228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E03E3-50A3-C890-B356-332640E1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17FB8-ECCF-2639-3E1F-BD4BEC9B7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A645F-DBBA-CB2F-B6B9-BA253E32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24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4986-B3DC-8637-F309-184EF864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D6D8B-0DEE-11C9-36EB-9D4F0C8C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7D711-D50E-FFB8-1804-067BE14F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8FEF91-074B-2030-8517-4C40EDAE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FEAA0-5465-12F9-59D7-F78C5381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4E18C-C436-9DB5-6A51-DC2FCCC5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FDA8C-EA81-C79B-7EDA-5BD851454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A543-C5C2-A4BF-4508-5D5AB0439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1C56F-FA96-4119-03A7-E6A1E3170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0B614-BD8C-BAE8-FCBB-1534C85DC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25788-90C3-A8F8-5087-9AD921A84A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22BD1-EDF2-17F8-9C02-A8B2C3F1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626F8-98B8-8648-5F9A-95120254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5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E1C1-0174-31CB-F93A-6B029B75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AD075-76D4-E1C6-8460-4DC80A541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43802-A811-B4A7-07DA-466CEB4B2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5C9A4-C1AC-A256-5E42-888AB6CB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B2F3E-FAC8-E9B4-B6DB-688B377F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50300-6126-4D9E-CFD0-0D15B809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0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620D-51B5-E651-A695-7EED2935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05BC7-B5CF-22D2-443C-DCAD054ED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7B8CA-B691-B8CB-2CA6-33D8FA9B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7CA71-E0FE-36D8-3F62-D2558251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E4F0-6BB9-A20F-1C45-713B0D25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0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C79F1-29D8-A1F2-B2CC-53CE4298A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80449-10CD-E840-EC2F-729D744B7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C93CC-36AE-9161-7D04-139FA7F8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D7829-A618-E6C2-3104-7A802F2C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Applicationsof ICT | Mam Ramsha Khalid | Hamdah khalid (224) , Emaan shahzad (199) , Saffana riaz (188) , Abuzar bhatti (195)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DAF32-B44F-F169-070F-CA125FD5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D5AF7E-BBB4-489D-8E20-CBE8358E2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8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</a:schemeClr>
            </a:gs>
            <a:gs pos="100000">
              <a:schemeClr val="accent5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1E2E7-4697-1BD4-1003-205E2AC0A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BE632-AFE6-7F0A-AF0B-32C50D9AD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6261412-88B6-0A31-49DC-FF0660713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60160"/>
            <a:ext cx="12192000" cy="4978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5C6AC4">
                    <a:alpha val="80000"/>
                  </a:srgbClr>
                </a:solidFill>
              </a:defRPr>
            </a:lvl1pPr>
          </a:lstStyle>
          <a:p>
            <a:pPr>
              <a:lnSpc>
                <a:spcPct val="300000"/>
              </a:lnSpc>
            </a:pPr>
            <a:r>
              <a:rPr lang="en-US" dirty="0" err="1"/>
              <a:t>Applicationsof</a:t>
            </a:r>
            <a:r>
              <a:rPr lang="en-US" dirty="0"/>
              <a:t> ICT | Mam Ramsha Khalid | Hamdah khalid (224) , Emaan </a:t>
            </a:r>
            <a:r>
              <a:rPr lang="en-US" dirty="0" err="1"/>
              <a:t>shahzad</a:t>
            </a:r>
            <a:r>
              <a:rPr lang="en-US" dirty="0"/>
              <a:t> (199) , </a:t>
            </a:r>
            <a:r>
              <a:rPr lang="en-US" dirty="0" err="1"/>
              <a:t>Saffana</a:t>
            </a:r>
            <a:r>
              <a:rPr lang="en-US" dirty="0"/>
              <a:t> </a:t>
            </a:r>
            <a:r>
              <a:rPr lang="en-US" dirty="0" err="1"/>
              <a:t>riaz</a:t>
            </a:r>
            <a:r>
              <a:rPr lang="en-US" dirty="0"/>
              <a:t> (188) , Abuzar </a:t>
            </a:r>
            <a:r>
              <a:rPr lang="en-US" dirty="0" err="1"/>
              <a:t>bhatti</a:t>
            </a:r>
            <a:r>
              <a:rPr lang="en-US" dirty="0"/>
              <a:t> (195)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830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mg.rawpixel.com/s3fs-private/rawpixel_images/website_content/v478-taus-20-technology_1.jpg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AD2F-90C0-D52A-775F-369F9FA0F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402" y="10479"/>
            <a:ext cx="9144000" cy="139968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Tech Workshops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3FE43-469E-BB37-4DEE-9911436EA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8973" y="2049136"/>
            <a:ext cx="9379027" cy="331712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Group members: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Hamdah khalid (224) 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Emaan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shahzad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(199) 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Saffana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riaz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(188) 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Abuzar </a:t>
            </a:r>
            <a:r>
              <a:rPr lang="en-US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bhatti</a:t>
            </a: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(195)</a:t>
            </a:r>
          </a:p>
          <a:p>
            <a:pPr marL="342900" indent="-34290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Humna Qaiser (208)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94FD77-2381-896D-A2E4-C07E3F64AB79}"/>
              </a:ext>
            </a:extLst>
          </p:cNvPr>
          <p:cNvCxnSpPr/>
          <p:nvPr/>
        </p:nvCxnSpPr>
        <p:spPr>
          <a:xfrm>
            <a:off x="3816169" y="1491733"/>
            <a:ext cx="52295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61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3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13F9-B3B7-821F-47AC-A0EBA987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3006A-312E-E130-432A-3BCB435E8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design a centralized platform showcasing technical workshops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categorize workshops by technology domains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provide clear registration and exploration options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 create a visually engaging and user-friendly interface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AC28ED-6127-BC11-B5E2-22A299CD3E0B}"/>
              </a:ext>
            </a:extLst>
          </p:cNvPr>
          <p:cNvCxnSpPr>
            <a:cxnSpLocks/>
          </p:cNvCxnSpPr>
          <p:nvPr/>
        </p:nvCxnSpPr>
        <p:spPr>
          <a:xfrm>
            <a:off x="4212404" y="1345915"/>
            <a:ext cx="38528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24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3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744E-AD30-B5CE-F61C-3F6C51BA8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1501" y="339047"/>
            <a:ext cx="9144000" cy="93751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Website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43EC7-D15A-54E5-AA93-885DDCFF5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F46B5-A0CE-5F97-B1A8-6C6B1344B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74"/>
          <a:stretch>
            <a:fillRect/>
          </a:stretch>
        </p:blipFill>
        <p:spPr>
          <a:xfrm>
            <a:off x="925701" y="1493058"/>
            <a:ext cx="10515600" cy="387188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>
            <a:glow rad="101600">
              <a:srgbClr val="C3C1C1">
                <a:alpha val="40000"/>
              </a:srgbClr>
            </a:glow>
            <a:outerShdw blurRad="50800" dist="38100" dir="10800000" algn="r" rotWithShape="0">
              <a:schemeClr val="bg1">
                <a:lumMod val="65000"/>
                <a:alpha val="40000"/>
              </a:schemeClr>
            </a:outerShdw>
            <a:softEdge rad="127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460CC-5F9A-739E-5823-1DAF86F04611}"/>
              </a:ext>
            </a:extLst>
          </p:cNvPr>
          <p:cNvSpPr txBox="1"/>
          <p:nvPr/>
        </p:nvSpPr>
        <p:spPr>
          <a:xfrm>
            <a:off x="925701" y="5618869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Main landing section displaying workshop highlights and navigation</a:t>
            </a:r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35D6F0-3F59-5FF2-B180-B1023DBE4926}"/>
              </a:ext>
            </a:extLst>
          </p:cNvPr>
          <p:cNvCxnSpPr>
            <a:cxnSpLocks/>
          </p:cNvCxnSpPr>
          <p:nvPr/>
        </p:nvCxnSpPr>
        <p:spPr>
          <a:xfrm>
            <a:off x="4222679" y="1276564"/>
            <a:ext cx="39452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1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4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AAB4-F4B2-3F3E-211F-51C7001FD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032" y="392898"/>
            <a:ext cx="9144000" cy="71465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Workshop Categories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DC1ED-2C34-2CB3-6ED3-1AEC7A921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157" y="1633591"/>
            <a:ext cx="10736495" cy="3873357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52C82E-87D4-A724-D8E4-38E59C042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12" y="1483588"/>
            <a:ext cx="9743440" cy="4023360"/>
          </a:xfrm>
          <a:prstGeom prst="rect">
            <a:avLst/>
          </a:prstGeom>
          <a:effectLst>
            <a:glow rad="101600">
              <a:srgbClr val="C3C1C1">
                <a:alpha val="40000"/>
              </a:srgbClr>
            </a:glow>
            <a:outerShdw blurRad="50800" dist="38100" dir="10800000" algn="r" rotWithShape="0">
              <a:schemeClr val="bg1">
                <a:lumMod val="75000"/>
                <a:alpha val="40000"/>
              </a:schemeClr>
            </a:outerShdw>
            <a:softEdge rad="127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E04C87-3A3B-25D1-A8D7-8C65B99283B6}"/>
              </a:ext>
            </a:extLst>
          </p:cNvPr>
          <p:cNvSpPr txBox="1"/>
          <p:nvPr/>
        </p:nvSpPr>
        <p:spPr>
          <a:xfrm>
            <a:off x="1450312" y="5721679"/>
            <a:ext cx="98204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Categorized workshops allowing users to explore different technology domains.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4E6B24-629A-29E2-F56E-83E9AF0A5B45}"/>
              </a:ext>
            </a:extLst>
          </p:cNvPr>
          <p:cNvCxnSpPr>
            <a:cxnSpLocks/>
          </p:cNvCxnSpPr>
          <p:nvPr/>
        </p:nvCxnSpPr>
        <p:spPr>
          <a:xfrm>
            <a:off x="4366519" y="1136321"/>
            <a:ext cx="39452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4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5B97-3598-D476-AB2E-C85D5E7EC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1493" y="423720"/>
            <a:ext cx="8715406" cy="629711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Course Card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66275-0F77-3C78-6759-E2E342A87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73330"/>
            <a:ext cx="9144000" cy="2884470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30A78-9FBC-7E51-542B-81FE9A49C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493" y="1392061"/>
            <a:ext cx="8869013" cy="4073877"/>
          </a:xfrm>
          <a:prstGeom prst="rect">
            <a:avLst/>
          </a:prstGeom>
          <a:effectLst>
            <a:glow rad="101600">
              <a:srgbClr val="C3C1C1">
                <a:alpha val="40000"/>
              </a:srgbClr>
            </a:glow>
            <a:outerShdw blurRad="50800" dist="38100" dir="10800000" algn="r" rotWithShape="0">
              <a:schemeClr val="bg1">
                <a:lumMod val="75000"/>
                <a:alpha val="40000"/>
              </a:schemeClr>
            </a:outerShdw>
            <a:softEdge rad="127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A8C063-0A15-A546-FF92-C671B6ED95B0}"/>
              </a:ext>
            </a:extLst>
          </p:cNvPr>
          <p:cNvSpPr txBox="1"/>
          <p:nvPr/>
        </p:nvSpPr>
        <p:spPr>
          <a:xfrm>
            <a:off x="1918347" y="5661465"/>
            <a:ext cx="8869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Each card provides course title, action buttons, and pricing details</a:t>
            </a:r>
            <a:endParaRPr lang="en-US" sz="2000" dirty="0"/>
          </a:p>
        </p:txBody>
      </p:sp>
      <p:sp>
        <p:nvSpPr>
          <p:cNvPr id="7" name="Flowchart: Preparation 6">
            <a:extLst>
              <a:ext uri="{FF2B5EF4-FFF2-40B4-BE49-F238E27FC236}">
                <a16:creationId xmlns:a16="http://schemas.microsoft.com/office/drawing/2014/main" id="{522D7F50-6D43-FAD9-DF2C-8D35CC703426}"/>
              </a:ext>
            </a:extLst>
          </p:cNvPr>
          <p:cNvSpPr/>
          <p:nvPr/>
        </p:nvSpPr>
        <p:spPr>
          <a:xfrm>
            <a:off x="0" y="5226428"/>
            <a:ext cx="1696720" cy="772177"/>
          </a:xfrm>
          <a:prstGeom prst="flowChartPreparation">
            <a:avLst/>
          </a:prstGeom>
          <a:solidFill>
            <a:srgbClr val="F7F7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44444"/>
                </a:solidFill>
              </a:rPr>
              <a:t>Action buttons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E8A6D18-217B-D318-71F5-CB02FC7C94FB}"/>
              </a:ext>
            </a:extLst>
          </p:cNvPr>
          <p:cNvSpPr/>
          <p:nvPr/>
        </p:nvSpPr>
        <p:spPr>
          <a:xfrm rot="21057181" flipV="1">
            <a:off x="1109990" y="4813461"/>
            <a:ext cx="1372550" cy="20722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562138-9228-1DA5-FEA9-304A626F50DD}"/>
              </a:ext>
            </a:extLst>
          </p:cNvPr>
          <p:cNvCxnSpPr>
            <a:cxnSpLocks/>
          </p:cNvCxnSpPr>
          <p:nvPr/>
        </p:nvCxnSpPr>
        <p:spPr>
          <a:xfrm>
            <a:off x="4123362" y="1053431"/>
            <a:ext cx="39452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86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4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1DAC-EEDB-9BD2-F9B0-F7CB17206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386" y="344950"/>
            <a:ext cx="9144000" cy="633851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Platform Coverage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CF56A-4CB6-4ABA-0B2D-1006EF68B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7025"/>
            <a:ext cx="9144000" cy="3120775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85559E-6FAC-DE92-6875-3E02F400E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00" y="1330960"/>
            <a:ext cx="10651172" cy="4196080"/>
          </a:xfrm>
          <a:prstGeom prst="rect">
            <a:avLst/>
          </a:prstGeom>
          <a:effectLst>
            <a:glow rad="101600">
              <a:srgbClr val="C3C1C1">
                <a:alpha val="40000"/>
              </a:srgbClr>
            </a:glow>
            <a:outerShdw blurRad="50800" dist="38100" dir="10800000" algn="r" rotWithShape="0">
              <a:prstClr val="black">
                <a:alpha val="40000"/>
              </a:prstClr>
            </a:outerShdw>
            <a:softEdge rad="127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1CC3D1-FDAB-8FBE-0C62-A75971FD6731}"/>
              </a:ext>
            </a:extLst>
          </p:cNvPr>
          <p:cNvSpPr txBox="1"/>
          <p:nvPr/>
        </p:nvSpPr>
        <p:spPr>
          <a:xfrm>
            <a:off x="1090699" y="5763567"/>
            <a:ext cx="10538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Wide range of workshops covering technical and creative fields.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E9B668-11B3-24AE-F279-A9EEAD94B948}"/>
              </a:ext>
            </a:extLst>
          </p:cNvPr>
          <p:cNvCxnSpPr>
            <a:cxnSpLocks/>
          </p:cNvCxnSpPr>
          <p:nvPr/>
        </p:nvCxnSpPr>
        <p:spPr>
          <a:xfrm>
            <a:off x="4387065" y="984792"/>
            <a:ext cx="39452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9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4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7B2A-D81B-D246-25A5-B17074F46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1276"/>
            <a:ext cx="9144000" cy="59778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Workshop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3F1D5-CD70-B892-0D3E-AAC2EB89B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9210" y="5752623"/>
            <a:ext cx="9144000" cy="396240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Segoe UI" panose="020B0502040204020203" pitchFamily="34" charset="0"/>
                <a:cs typeface="Segoe UI" panose="020B0502040204020203" pitchFamily="34" charset="0"/>
              </a:rPr>
              <a:t>Excel-based data analysis representing the offered number of courses.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EDCB24-9D0C-6BFE-DF48-6EE6265896E5}"/>
              </a:ext>
            </a:extLst>
          </p:cNvPr>
          <p:cNvCxnSpPr>
            <a:cxnSpLocks/>
          </p:cNvCxnSpPr>
          <p:nvPr/>
        </p:nvCxnSpPr>
        <p:spPr>
          <a:xfrm>
            <a:off x="3750067" y="1089062"/>
            <a:ext cx="47774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42215E1-82E3-84C8-7CC6-C8B106F6D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604" y="1401959"/>
            <a:ext cx="7530958" cy="403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6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4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0226-79E0-E272-B31E-F0491745F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3317" y="678094"/>
            <a:ext cx="9144000" cy="719191"/>
          </a:xfrm>
        </p:spPr>
        <p:txBody>
          <a:bodyPr anchor="t">
            <a:normAutofit fontScale="90000"/>
          </a:bodyPr>
          <a:lstStyle/>
          <a:p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Design Decisions</a:t>
            </a:r>
            <a:br>
              <a:rPr lang="en-US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836FD-E694-1DCC-410A-922E1A514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383" y="1707614"/>
            <a:ext cx="10048869" cy="4374687"/>
          </a:xfrm>
        </p:spPr>
        <p:txBody>
          <a:bodyPr>
            <a:normAutofit fontScale="40000" lnSpcReduction="20000"/>
          </a:bodyPr>
          <a:lstStyle/>
          <a:p>
            <a:pPr marL="342900" indent="-34290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Dark theme chosen for a modern tech-focused look.</a:t>
            </a:r>
          </a:p>
          <a:p>
            <a:pPr marL="342900" indent="-34290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Purple and red accents used for visual hierarchy.</a:t>
            </a:r>
          </a:p>
          <a:p>
            <a:pPr marL="342900" indent="-34290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Card-based layout for easy scanning.</a:t>
            </a:r>
          </a:p>
          <a:p>
            <a:pPr marL="342900" indent="-342900" algn="l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Consistent typography and spacing across sections.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948C12-300B-0B9E-D760-C1C9127BE133}"/>
              </a:ext>
            </a:extLst>
          </p:cNvPr>
          <p:cNvCxnSpPr>
            <a:cxnSpLocks/>
          </p:cNvCxnSpPr>
          <p:nvPr/>
        </p:nvCxnSpPr>
        <p:spPr>
          <a:xfrm>
            <a:off x="4520629" y="1276564"/>
            <a:ext cx="33288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84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3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42E3-FBE6-7513-4454-FD12E7397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6725"/>
            <a:ext cx="9144000" cy="8219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Demo Link &amp; GitHub 💻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E5C26-0EA4-F23B-D27F-A8D894C34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4674" y="2250040"/>
            <a:ext cx="9743326" cy="3007760"/>
          </a:xfrm>
        </p:spPr>
        <p:txBody>
          <a:bodyPr/>
          <a:lstStyle/>
          <a:p>
            <a:pPr marL="342900" lvl="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Live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Website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https://its-abuzar.github.io/Tech-Workshop-Website/index.html</a:t>
            </a:r>
            <a:endParaRPr lang="en-US" sz="1600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GitHub Repository : </a:t>
            </a:r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https://its-abuzar.github.io/Tech-Workshop-Website/index.html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C4639C-68DD-551B-FE03-500A34B912DE}"/>
              </a:ext>
            </a:extLst>
          </p:cNvPr>
          <p:cNvCxnSpPr>
            <a:cxnSpLocks/>
          </p:cNvCxnSpPr>
          <p:nvPr/>
        </p:nvCxnSpPr>
        <p:spPr>
          <a:xfrm>
            <a:off x="3647326" y="1553966"/>
            <a:ext cx="474666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6046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  <p:sndAc>
          <p:stSnd>
            <p:snd r:embed="rId2" name="breeze.wav"/>
          </p:stSnd>
        </p:sndAc>
      </p:transition>
    </mc:Choice>
    <mc:Fallback xmlns="">
      <p:transition spd="slow">
        <p:fade/>
        <p:sndAc>
          <p:stSnd>
            <p:snd r:embed="rId4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E034-C2F4-05F8-2E63-83B3845D8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080"/>
            <a:ext cx="9144000" cy="92279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4A4A4A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Reflection &amp; Future Enhancements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A7792-B243-C820-5118-8D34F2ACE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739" y="2085660"/>
            <a:ext cx="9928261" cy="4037735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Successfully implemented a structured workshop showcase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Improved understanding of UI design principles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Future plans include: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   Individual course detail pages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   Online registration system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   Backend database integration</a:t>
            </a:r>
          </a:p>
          <a:p>
            <a:endParaRPr lang="en-US" sz="9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479055-D898-2A85-4BCB-28365277D9FB}"/>
              </a:ext>
            </a:extLst>
          </p:cNvPr>
          <p:cNvCxnSpPr>
            <a:cxnSpLocks/>
          </p:cNvCxnSpPr>
          <p:nvPr/>
        </p:nvCxnSpPr>
        <p:spPr>
          <a:xfrm>
            <a:off x="2578813" y="1595063"/>
            <a:ext cx="707889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85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  <p:sndAc>
          <p:stSnd>
            <p:snd r:embed="rId2" name="breeze.wav"/>
          </p:stSnd>
        </p:sndAc>
      </p:transition>
    </mc:Choice>
    <mc:Fallback xmlns="">
      <p:transition>
        <p:fade/>
        <p:sndAc>
          <p:stSnd>
            <p:snd r:embed="rId3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111F-7931-5705-8B42-00F5DE7AB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072"/>
            <a:ext cx="9144000" cy="728471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Linkedin</a:t>
            </a:r>
            <a:r>
              <a:rPr lang="en-US" sz="3600" dirty="0">
                <a:solidFill>
                  <a:schemeClr val="accent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Screenshots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198A9-5734-F351-BD5D-1A668B5FD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42" y="1112705"/>
            <a:ext cx="11641157" cy="4891488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F5D05B-8A62-400D-7DCC-C282A381E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299" y="1421175"/>
            <a:ext cx="2060154" cy="45830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5F8CD6-28D3-169B-D18D-3ADBA34E4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598" y="1421175"/>
            <a:ext cx="2060154" cy="45830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184D61-EDD3-6EB0-4F77-1FE42402F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199" y="1439079"/>
            <a:ext cx="2243769" cy="45830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005ABC-8C32-A028-38AF-D7DD99B1B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801" y="1456980"/>
            <a:ext cx="2243769" cy="45830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843901-9F98-4C71-4DDB-699C9847B6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42" y="1421176"/>
            <a:ext cx="2337412" cy="460092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F3D3B4-858D-BEAF-B622-59C81A74BB91}"/>
              </a:ext>
            </a:extLst>
          </p:cNvPr>
          <p:cNvCxnSpPr>
            <a:cxnSpLocks/>
          </p:cNvCxnSpPr>
          <p:nvPr/>
        </p:nvCxnSpPr>
        <p:spPr>
          <a:xfrm>
            <a:off x="3986703" y="923543"/>
            <a:ext cx="421859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34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  <p:sndAc>
          <p:stSnd>
            <p:snd r:embed="rId2" name="breeze.wav"/>
          </p:stSnd>
        </p:sndAc>
      </p:transition>
    </mc:Choice>
    <mc:Fallback xmlns="">
      <p:transition spd="slow">
        <p:fade/>
        <p:sndAc>
          <p:stSnd>
            <p:snd r:embed="rId8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238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Segoe UI</vt:lpstr>
      <vt:lpstr>Segoe UI Semibold</vt:lpstr>
      <vt:lpstr>Wingdings</vt:lpstr>
      <vt:lpstr>Office Theme</vt:lpstr>
      <vt:lpstr>Tech Workshops Platform</vt:lpstr>
      <vt:lpstr>Project Objectives</vt:lpstr>
      <vt:lpstr>Website Overview</vt:lpstr>
      <vt:lpstr>Workshop Categories</vt:lpstr>
      <vt:lpstr>Course Card Design</vt:lpstr>
      <vt:lpstr>Platform Coverage</vt:lpstr>
      <vt:lpstr>Workshop Data Analysis</vt:lpstr>
      <vt:lpstr>Design Decisions </vt:lpstr>
      <vt:lpstr>Demo Link &amp; GitHub 💻</vt:lpstr>
      <vt:lpstr>Reflection &amp; Future Enhancements</vt:lpstr>
      <vt:lpstr>Linkedin Screenshots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hamdah khalid</dc:creator>
  <cp:lastModifiedBy>hamdah khalid</cp:lastModifiedBy>
  <cp:revision>3</cp:revision>
  <dcterms:created xsi:type="dcterms:W3CDTF">2026-01-03T10:53:45Z</dcterms:created>
  <dcterms:modified xsi:type="dcterms:W3CDTF">2026-01-05T03:48:56Z</dcterms:modified>
</cp:coreProperties>
</file>